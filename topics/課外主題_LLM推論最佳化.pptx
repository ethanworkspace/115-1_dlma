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課外主題｜LLM 推論最佳化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按一下出現下一步｜上課週次待定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JhengHei"/>
              </a:rPr>
              <a:t>模型訓練好了、答案也對了，為什麼還是不能上線？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latin typeface="Microsoft JhengHei"/>
              </a:rPr>
              <a:t>因為上線看的不是「會不會答」，</a:t>
            </a:r>
          </a:p>
          <a:p>
            <a:r>
              <a:rPr sz="2600" b="1">
                <a:latin typeface="Microsoft JhengHei"/>
              </a:rPr>
              <a:t>是「多快答完、一次能服務幾個人、一張卡放不放得下」。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9636E"/>
                </a:solidFill>
                <a:latin typeface="Microsoft JhengHei"/>
              </a:rPr>
              <a:t>這三件事跟模型準不準無關，跟記憶體有關。</a:t>
            </a:r>
          </a:p>
          <a:p>
            <a:r>
              <a:rPr sz="2200" b="0">
                <a:solidFill>
                  <a:srgbClr val="59636E"/>
                </a:solidFill>
                <a:latin typeface="Microsoft JhengHei"/>
              </a:rPr>
              <a:t>七個步驟，每一步都有一個當場能筆算的數字——算過一次，比記十個名詞有用。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1：推論其實有兩個階段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卡在哪不一樣，所以優化方法也不一樣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517"/>
                <a:gridCol w="3633034"/>
                <a:gridCol w="2642206"/>
                <a:gridCol w="2972482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在做什麼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卡在哪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決定什麼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Prefill 預填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整段 prompt 一次平行算完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算力 compute-bound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TTFT 第一個字多久出現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Decode 解碼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一次產生一個 token，逐字接龍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記憶體頻寬 memory-bound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TPS 每秒幾個字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</a:rPr>
              <a:t>關鍵：產生階段的瓶頸是記憶體頻寬，不是算力。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9636E"/>
                </a:solidFill>
                <a:latin typeface="Microsoft JhengHei"/>
              </a:rPr>
              <a:t>每產生一個 token，GPU 就得把整份模型權重從顯示記憶體搬到運算單元一次。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手算 ①：記憶體頻寬決定的速度上限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7B 模型、fp16、GPU 頻寬約 2 TB/s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0">
                <a:solidFill>
                  <a:srgbClr val="202020"/>
                </a:solidFill>
                <a:latin typeface="Consolas"/>
              </a:rPr>
              <a:t>權重 = 7×10⁹ × 2 bytes = 14 GB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0">
                <a:solidFill>
                  <a:srgbClr val="202020"/>
                </a:solidFill>
                <a:latin typeface="Consolas"/>
              </a:rPr>
              <a:t>每個 token 搬一次 → 14 GB ÷ 2 TB/s = 7 毫秒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E7A45"/>
                </a:solidFill>
                <a:latin typeface="Consolas"/>
              </a:rPr>
              <a:t>上限 = 1 ÷ 0.007 ≈ 143 tokens/秒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03030"/>
                </a:solidFill>
                <a:latin typeface="Microsoft JhengHei"/>
              </a:rPr>
              <a:t>這個數字跟 GPU 有幾 TFLOPS 完全無關。</a:t>
            </a:r>
          </a:p>
          <a:p>
            <a:r>
              <a:rPr sz="2400" b="0">
                <a:solidFill>
                  <a:srgbClr val="C03030"/>
                </a:solidFill>
                <a:latin typeface="Microsoft JhengHei"/>
              </a:rPr>
              <a:t>換一張算力兩倍、但頻寬相同的卡，decode 不會變快——買錯卡就是這樣來的。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2：KV cache——省下重算，換來吃記憶體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逐字接龍時，把算過的 Key 與 Value 存起來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icrosoft JhengHei"/>
              </a:rPr>
              <a:t>不存：第 n 個 token 要把前面 n 個重算一次。存了：只算新的那一個。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每 token = 2（K 與 V）× 32 層 × 32 heads × 128 × 2 bytes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           = 524,288 bytes = 512 KB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Consolas"/>
              </a:rPr>
              <a:t>4096 tokens → 2.15 GB／每個請求；batch 8 → 17.2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3030"/>
                </a:solidFill>
                <a:latin typeface="Microsoft JhengHei"/>
              </a:rPr>
              <a:t>一張 80 GB 的卡扣掉 14 GB 權重，剩下幾乎都被 KV cache 吃掉——這就是為什麼 batch 開不大。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解 KV cache 的兩招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都不必改模型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PagedAttention：把 cache 切成固定大小的塊，像作業系統的虛擬記憶體分頁一樣按需配置。解決「為最壞情況預留長度」造成的碎片浪費。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1887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Prefix caching：多個請求共用同一段開頭（例如同一份 system prompt）時，那段只算一次。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9636E"/>
                </a:solidFill>
                <a:latin typeface="Microsoft JhengHei"/>
              </a:rPr>
              <a:t>兩招的共同點：不動模型權重、不重新訓練，純粹是「記憶體怎麼管」的工程問題。</a:t>
            </a:r>
          </a:p>
          <a:p>
            <a:r>
              <a:rPr sz="2200" b="0">
                <a:solidFill>
                  <a:srgbClr val="59636E"/>
                </a:solidFill>
                <a:latin typeface="Microsoft JhengHei"/>
              </a:rPr>
              <a:t>vLLM 這類推論引擎的核心價值就在這裡。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3：批次策略——別讓 GPU 空轉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③：靜態批次浪費多少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627"/>
                <a:gridCol w="4196780"/>
                <a:gridCol w="4959831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策略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靜態批次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湊滿一批一起跑，全部跑完才換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輸出長度不一，短的做完只能空等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動態批次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設時間窗與批次上限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改善排隊，沒解決長度不齊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連續批次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誰做完誰離開，空位立刻補新的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目前主流：vLLM、TensorRT-LLM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1089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4 個請求輸出長度 10、100、20、50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實際 180 格 ÷ 配置 100×4 = 400 格 = 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03030"/>
                </a:solidFill>
                <a:latin typeface="Microsoft JhengHei"/>
              </a:rPr>
              <a:t>閒置 55%——一半以上的算力在等最長的那個請求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4：改注意力的形狀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④：既然 KV cache 是瓶頸，就從源頭把它變小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Microsoft JhengHei"/>
              </a:rPr>
              <a:t>讓多個 query head 共用同一組 key/value head：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36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79"/>
                <a:gridCol w="2212847"/>
                <a:gridCol w="2950463"/>
                <a:gridCol w="2212847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KV head 數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每 token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相對 MHA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MHA 多頭注意力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32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524,288 bytes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GQA 分組查詢（8 組）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131,072 bytes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1/4</a:t>
                      </a:r>
                    </a:p>
                  </a:txBody>
                  <a:tcPr marL="54864" marR="54864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MQA 多查詢（共用 1 組）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16,384 bytes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1/32</a:t>
                      </a:r>
                    </a:p>
                  </a:txBody>
                  <a:tcPr marL="54864" marR="54864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JhengHei"/>
              </a:rPr>
              <a:t>MQA 省最多但品質掉最多，GQA 是折衷——這就是為什麼近年的模型幾乎都用 GQA。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202020"/>
                </a:solidFill>
                <a:latin typeface="Microsoft JhengHei"/>
              </a:rPr>
              <a:t>FlashAttention 走另一條路：不改模型結構，把注意力多個步驟融合成一個 kernel，用晶片上的 SRAM 分塊計算，減少與顯示記憶體來回搬運。不需要重新訓練。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5：模型壓縮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⑤：int8 對稱量化，親手算一次誤差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E7A45"/>
                </a:solidFill>
                <a:latin typeface="Consolas"/>
              </a:rPr>
              <a:t>7B：FP16 約 14 GB → INT4 約 3.5 GB（四分之一）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9636E"/>
                </a:solidFill>
                <a:latin typeface="Microsoft JhengHei"/>
              </a:rPr>
              <a:t>記憶體 1/4、搬運量也 1/4 → 由步驟 1 可知，decode 速度直接受益。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1069848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202020"/>
                </a:solidFill>
                <a:latin typeface="Consolas"/>
              </a:rPr>
              <a:t>scale = max|w| / 127 = 1.20 / 127 = 0.009449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520440"/>
          <a:ext cx="786383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236"/>
                <a:gridCol w="1787236"/>
                <a:gridCol w="2144683"/>
                <a:gridCol w="2144683"/>
              </a:tblGrid>
              <a:tr h="32918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w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q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還原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誤差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+0.80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+85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+0.8031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+0.0031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−1.20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−127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−1.2000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+0.35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+37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+0.3496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−0.0004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+0.05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+0.0472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−0.0028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78240" y="3566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C03030"/>
                </a:solidFill>
                <a:latin typeface="Microsoft JhengHei"/>
              </a:rPr>
              <a:t>最大絕對值那個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永遠沒有誤差，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小的那些誤差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比例最大。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/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這正是 AWQ 要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處理的問題。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5（續）：另外兩種壓縮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稀疏：剪掉接近零的權重。NVIDIA Ampere 以後支援 2:4 結構化稀疏（每四個裡固定兩個為零），最多 2 倍加速。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1064240" cy="10058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知識蒸餾：用大模型的輸出去訓練小模型，讓小模型學到大模型的行為。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64240" cy="10058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GPTQ、AWQ：訓練後量化，不必重訓，是目前最常用的兩種。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3030"/>
                </a:solidFill>
                <a:latin typeface="Microsoft JhengHei"/>
              </a:rPr>
              <a:t>三種壓縮的共同代價：品質會掉。掉多少一定要量，不能憑感覺。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6：推測解碼——小模型先猜，大模型一次驗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⑥：期望能省多少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① 小的 draft 模型一口氣猜 k 個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② 大的驗證模型把這 k 個平行驗一次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③ 從第一個猜錯的地方截斷，接受前面猜對的部分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E7A45"/>
                </a:solidFill>
                <a:latin typeface="Microsoft JhengHei"/>
              </a:rPr>
              <a:t>輸出與大模型單獨生成完全一致——這是數學保證，不是近似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480560"/>
          <a:ext cx="548639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/>
                <a:gridCol w="1523999"/>
                <a:gridCol w="2438400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α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期望產出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0.8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3.36 個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0.5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1.94 個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0.8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4.33 個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45262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JhengHei"/>
              </a:rPr>
              <a:t>k 從 4 加到 8，期望只從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3.36 升到 4.33——猜越多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邊際效益遞減。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/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α 從 0.8 掉到 0.5 卻幾乎砍半：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draft 像不像，比猜幾個重要。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7：放不下就拆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⑦：管線氣泡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3803332"/>
                <a:gridCol w="4494847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怎麼拆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代價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張量平行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同一層切開放到多張卡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每一層都要跨卡通訊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管線平行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不同層放不同卡，像產線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產生氣泡，要用 microbatch 填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Prefill/Decode 分離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兩階段送到不同硬體池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架構複雜，但兩階段瓶頸本來就不同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氣泡比例 = (段數 − 1) ÷ (microbatch 數 + 段數 − 1)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4 段、8 個 microbatch → 3/11 = 27%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Consolas"/>
              </a:rPr>
              <a:t>4 段、32 個 microbatch → 3/35 = 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03030"/>
                </a:solidFill>
                <a:latin typeface="Microsoft JhengHei"/>
              </a:rPr>
              <a:t>切越細氣泡越小，但每個 microbatch 太小又吃不滿 GPU——又是一個取捨。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實作：手寫版才是重點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本課用 TensorFlow，但 LLM 推論生態幾乎都在 PyTorch——這點要先講清楚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A　KV cache 有沒有差多少：NumPy 手寫兩個 decode 迴圈，比較計算量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E7A45"/>
                </a:solidFill>
                <a:latin typeface="Microsoft JhengHei"/>
              </a:rPr>
              <a:t>　　實跑結果：L=200 時省 100.5 倍，正好等於 (L+1)/2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B　int8 量化與誤差：手寫 quantize／dequantize，看記憶體 16→4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E7A45"/>
                </a:solidFill>
                <a:latin typeface="Microsoft JhengHei"/>
              </a:rPr>
              <a:t>　　要學生把某個值改成 −50，自己推出「離群值會毀掉整組量化」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C　推測解碼的接受／拒絕：蒙地卡羅模擬，對照手算 ⑥ 的理論值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E7A45"/>
                </a:solidFill>
                <a:latin typeface="Microsoft JhengHei"/>
              </a:rPr>
              <a:t>　　實跑 20 萬次：3.366 對 3.362、1.938 對 1.938、4.341 對 4.329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59636E"/>
                </a:solidFill>
                <a:latin typeface="Microsoft JhengHei"/>
              </a:rPr>
              <a:t>D　框架版對照：use_cache 開關、BitsAndBytesConfig 4bit、vLLM 的 LLM()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AI 時代，人在這裡做什麼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本課的定位：實驗的設計者與稽核者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一、定義「可以拿什麼換什麼」——能不能掉 1% 準確率換 3 倍速度，這沒有技術答案，只有業務答案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二、每一項最佳化都要用同一組輸入驗過——最佳化看起來都有效，因為速度一定變快；變慢的是品質，而品質不會自己報錯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三、先算出瓶頸再決定花錢——手算 ① 已證明 decode 階段換算力更強的卡沒有用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JhengHei"/>
              </a:rPr>
              <a:t>規定的驗收表四欄缺一不可：TTFT、TPS、峰值記憶體、品質指標。</a:t>
            </a:r>
          </a:p>
          <a:p>
            <a:r>
              <a:rPr sz="2200" b="1">
                <a:solidFill>
                  <a:srgbClr val="1F4E79"/>
                </a:solidFill>
                <a:latin typeface="Microsoft JhengHei"/>
              </a:rPr>
              <a:t>只報速度不報品質的最佳化結果，一律不接受。</a:t>
            </a:r>
          </a:p>
          <a:p>
            <a:r>
              <a:rPr sz="2200" b="1">
                <a:solidFill>
                  <a:srgbClr val="1F4E79"/>
                </a:solidFill>
                <a:latin typeface="Microsoft JhengHei"/>
              </a:rPr>
              <a:t>推測解碼是唯一可以宣稱「品質完全不變」的，因為那是數學保證。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課堂當場做的六題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答案在講義最後一節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1  13B 模型 fp16、頻寬 1.5 TB/s，decode 的 token/s 上限？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93392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2  40 層、8 KV head、dim 128、fp16，2048 tokens 的 KV cache 多大？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3  5 個請求輸出 20、200、40、60、80，靜態批次利用率？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02736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4  權重 [2.5, −0.4, 0.9, −3.0] 量化到 int8，scale 與還原誤差？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07408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5  draft 提 k=6、α=0.7，期望每次驗證產出幾個 token？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12080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6  8 段管線、16 個 microbatch，氣泡佔多少？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